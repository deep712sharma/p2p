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Genesis: Evolving Optimal Cache Schedule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3246120"/>
            <a:ext cx="68580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D4FF"/>
                </a:solidFill>
                <a:latin typeface="Calibri"/>
              </a:rPr>
              <a:t>Optimizing Cache Schedules for Efficient Diffusion Model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206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BC4"/>
                </a:solidFill>
                <a:latin typeface="Calibri"/>
              </a:rPr>
              <a:t>💡  The rapid growth of diffusion models demands efficient training methods, but their computational requirements pose significant optimization challenges.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BC4"/>
                </a:solidFill>
                <a:latin typeface="Calibri"/>
              </a:rPr>
              <a:t>Genesis: Evolving Optimal Cache Schedule for Diffusion Models | --Manuscript Draft-- | Manuscript Number: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8346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Research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have revolutionized image generation by producing high-quality results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However, their deployment remains constrained by slow inference due to sequential denoising steps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Training free acceleration methods like DeepCache exploit feature redundancy across timesteps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Determining an optimal caching schedule still remains a challenging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Figure 1: Overall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2/12</a:t>
            </a:r>
          </a:p>
        </p:txBody>
      </p:sp>
      <p:pic>
        <p:nvPicPr>
          <p:cNvPr id="6" name="Picture 5" descr="img_p4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1 illustrates the overall motivation of the proposed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3/12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have achieved high-quality generative performance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However, they require iterative denoising steps, making inference slower and more resource-intensive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Early acceleration strategies focused on reducing the number of sampling steps using improved solvers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More recent approaches explore architectural modifications or knowledge distillation to smaller student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4/12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propose an evolutionary optimization framework to improve the caching strategy in diffusion models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Instead of relying on fixed and uniform caching intervals, our approach searches for adaptive schedules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To achieve this, we used an Island Model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The complete pipeline is described in Figure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Figure 2: Overview of the Proposed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5/12</a:t>
            </a:r>
          </a:p>
        </p:txBody>
      </p:sp>
      <p:pic>
        <p:nvPicPr>
          <p:cNvPr id="6" name="Picture 5" descr="img_p5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1: Comparison of Genesis, DeepCache, and Stable Diffusion. Genesis provides better overall performance across multiple metrics 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6/12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generate images through a sequential denoising process over T timesteps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At each timestep, the model refines the image progressively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define caching schedule as a sequence of timesteps in which the full evaluation is performed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7/12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Diffusion models are widely known for producing high-quality images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At higher level, they work by gradually corrupting data and then learning how to reverse that corruption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 the forward process, noise is added step by step to an image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In the reverse process, a neural network learns to remove noise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8/12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propose an evolutionary optimization framework to improve the caching strategy in diffusion models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used an Island Model to search for adaptive schedules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The complete pipeline is described in Figure 2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also introduce diffusion-based caching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Table 2: Comparison of Different Caching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9/12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114300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8013"/>
                <a:gridCol w="1740993"/>
                <a:gridCol w="1740994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Fitness ↑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Convergence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6350">
                      <a:solidFill>
                        <a:srgbClr val="2A3560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Simple GA + Standard Ops
Island Model + Standard Ops
Simple GA + Proposed Ops
Island Model + Proposed Ops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92.45
94.50
95.25
96.88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Slow
Medium
Medium
Fast</a:t>
                      </a:r>
                    </a:p>
                  </a:txBody>
                  <a:tcPr>
                    <a:solidFill>
                      <a:srgbClr val="008BA8"/>
                    </a:solidFill>
                    <a:lnT w="6350">
                      <a:solidFill>
                        <a:srgbClr val="2A3560"/>
                      </a:solidFill>
                    </a:lnT>
                    <a:lnB w="19050">
                      <a:solidFill>
                        <a:srgbClr val="00D4FF"/>
                      </a:solidFill>
                    </a:lnB>
                    <a:lnL w="0">
                      <a:noFill/>
                    </a:lnL>
                    <a:lnR w="0">
                      <a:noFill/>
                    </a:lnR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217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BC4"/>
                </a:solidFill>
                <a:latin typeface="Calibri"/>
              </a:rPr>
              <a:t>Table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10/12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compared our proposed caching strategy with existing methods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Our results show that our approach provides better overall performance across multiple metrics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also present a qualitative comparison between different diffusion models and caching strategies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Figure 6: Qualitative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11/12</a:t>
            </a:r>
          </a:p>
        </p:txBody>
      </p:sp>
      <p:pic>
        <p:nvPicPr>
          <p:cNvPr id="6" name="Picture 5" descr="img_p9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BC4"/>
                </a:solidFill>
                <a:latin typeface="Calibri"/>
              </a:rPr>
              <a:t>Figure 6: Qualitative comparison across diffusion models and caching strategies. Images generated from multiple text prompts are shown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ABC4"/>
                </a:solidFill>
                <a:latin typeface="Calibri"/>
              </a:rPr>
              <a:t>12/12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4924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proposed an evolutionary optimization framework to improve the caching strategy in diffusion models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Our approach provides better overall performance across multiple metrics</a:t>
            </a:r>
          </a:p>
          <a:p>
            <a:pPr marL="320040" indent="-320040">
              <a:spcAft>
                <a:spcPts val="1760"/>
              </a:spcAft>
              <a:defRPr sz="2200">
                <a:solidFill>
                  <a:srgbClr val="F0F4FF"/>
                </a:solidFill>
                <a:latin typeface="Calibri"/>
              </a:defRPr>
              <a:buChar char="▸"/>
              <a:buClr>
                <a:srgbClr val="00FFC8"/>
              </a:buClr>
            </a:pPr>
            <a:r>
              <a:t>We also presented a qualitative comparison between different diffusion models and caching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26080" y="1645920"/>
            <a:ext cx="6309360" cy="3474720"/>
          </a:xfrm>
          <a:prstGeom prst="rect">
            <a:avLst/>
          </a:prstGeom>
          <a:solidFill>
            <a:srgbClr val="16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1645920"/>
            <a:ext cx="64008" cy="3474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" y="5074920"/>
            <a:ext cx="630936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1031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D4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8932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0ABC4"/>
                </a:solidFill>
                <a:latin typeface="Calibri"/>
              </a:rPr>
              <a:t>Genesis: Evolving Optimal Cache Schedule for Diffusion Models | --Manuscript Draft-- | Manuscript Number: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